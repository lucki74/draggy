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one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two &amp; three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on Friday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2026-10-14T13:31:02Z</dcterms:created>
  <dcterms:modified xsi:type="dcterms:W3CDTF">2026-10-14T13:31:02Z</dcterms:modified>
</cp:coreProperties>
</file>